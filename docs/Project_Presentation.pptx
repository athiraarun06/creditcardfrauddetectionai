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Credit Card Fraud Detection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CA3AF"/>
                </a:solidFill>
              </a:defRPr>
            </a:pPr>
            <a:r>
              <a:t>Real-Time Fraud Detection Platform — ML + Business Rule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Internship Submission — Full-Stack ML Engineering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Credit card fraud costs the global financial industry tens of billions of dollars annually.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Traditional rule-only systems miss novel fraud patterns and are hard to tune.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Pure ML systems are black boxes — hard to audit or explain to compliance/regulators.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Goal: combine ML risk scoring with an explicit, auditable rule engine, in a real-time system a fraud operations team could actually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•  Frontend: React + Vite + Tailwind + Framer Motion (7 pages, dark/light theme)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•  Backend: FastAPI — JWT auth, rate limiting, structured logging, 18 REST endpoints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•  ML Layer: feature engineering → trained model → SHAP explainability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•  Decision Engine: combines ML probability with explicit business rules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•  Database: SQLite by default, PostgreSQL via DATABASE_URL — 7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Synthetic business-schema dataset — powers the interactive Predict form (human-meaningful fields)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Real Kaggle Credit Card Fraud dataset (anonymized V1-V28 PCA features) — separate benchmark pipeline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Feature engineering: amount_ratio, velocity scores, geo-distance, device/location change flags, merchant frequency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SMOTE oversampling applied to the training split only — no leakage into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Comparison (Actual Training Run)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logistic_regression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0.043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0.081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0.656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decision_tree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0.350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0.575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C55E"/>
                          </a:solidFill>
                        </a:defRPr>
                      </a:pPr>
                      <a:r>
                        <a:t>random_forest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C55E"/>
                          </a:solidFill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C55E"/>
                          </a:solidFill>
                        </a:defRPr>
                      </a:pPr>
                      <a:r>
                        <a:t>0.250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C55E"/>
                          </a:solidFill>
                        </a:defRPr>
                      </a:pPr>
                      <a:r>
                        <a:t>0.050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C55E"/>
                          </a:solidFill>
                        </a:defRPr>
                      </a:pPr>
                      <a:r>
                        <a:t>0.083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C55E"/>
                          </a:solidFill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gradient_boosting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0.979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0.662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0.682</a:t>
                      </a:r>
                    </a:p>
                  </a:txBody>
                  <a:tcPr>
                    <a:solidFill>
                      <a:srgbClr val="18182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Best model selected: random_forest (highlighted in green)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ML + Rule Engine Decision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ML model produces a probability from learned patterns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Rule engine evaluates explicit business rules (velocity bursts, impossible travel, high-risk merchant, VPN, failed OTP, new device+location+high amount)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Combined score = 1 - (1 - ml_prob) × (1 - rule_score)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Risk bucketed: Low / Medium / High / Critical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Recommended action: Approve / Send OTP / Manual Review / Decline / Freeze Account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Plain-English explanation generated for every decision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Frontend — Fraud Operations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Dashboard: 7 KPIs, fraud trend/hour/device/age/location/category charts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Predict: full banking transaction simulator with animated speedometer risk meter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Alert Center: live queue with Approve/Block/Review/Freeze actions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History: search, filters, detail modal, CSV + PDF export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Customer Profiles: spending history, merchant breakdown, fraud history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Explainability: SHAP visualizations + plain-English reasoning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30 realistic scenarios tested end-to-end against the live API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Routine purchases (grocery, fuel, subscriptions) → consistently Low risk, auto-approved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Compounding risk signals (new device + location + high amount + failed OTP) → Critical, frozen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Single weak signals alone do not trigger auto-decline — mirrors real fraud-ops false-positive tolerance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See docs/TESTING_REPORT.md for full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&amp; 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JWT authentication, bcrypt password hashing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Rate limiting (120 req/min per IP), input validation via Pydantic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Structured logging, global exception handler with clean error responses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Configurable CORS, environment-variable based secrets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SQLite for zero-setup local dev; PostgreSQL for production via DATABASE_URL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Dockerized: docker-compose up brings up Postgres + backend + frontend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Built a complete, verified, end-to-end real-time fraud detection platform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Combines interpretable ML with an auditable business rule engine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Future: streaming ingestion, MLflow model registry, RBAC, Redis-backed rate limiting at scale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